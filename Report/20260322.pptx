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191F0E-8DD7-7373-258E-D06DD2396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0202B07-BCE6-F382-CC54-58B6320DE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E288A-B56E-1E46-5611-184F8D3B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E0877B-D7B2-4612-CCA0-BF8BF1B75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53A329-24EA-3552-54A1-D640D1D0E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37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866E2B-348D-A2EB-4968-740B062F9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315B9F-D2DA-DD56-DB5A-96DB6B44F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139232-35C6-B7C7-8CF2-5E09BB68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E10DC0-97FC-5882-4DDD-B1F7AABE9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5768A4-A18C-53EB-BA07-4FEECAE86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08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ECAC0-5CE0-2AB4-DDB8-ED9578E9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992D58-A436-8D12-685C-6220F0FC1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A5E78F-1B07-7F28-C496-D3208C26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B9BBDA-1F17-3A32-B438-97E4C863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FC6C33-5676-EA9B-C3F3-5BB1BE3F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49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4E2E66-F40D-0D68-2F9F-64130E9B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B5A002-0C73-742A-01F4-2BC7A0BFB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FB9E28-4B9A-B4AE-BA0E-8266F2A89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8EF941-EA61-F936-7E42-6DFEDC1D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7DB3BE-4047-EC2F-DCC2-D8D769C4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48EF1F-6128-85B5-F584-CB6B7684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2246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E636D9-BA74-9773-C0D7-7268073B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CE87CB-E12C-48DD-15C4-5611C0C58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47FC5E0-D0AD-8681-ECF6-3AB643F37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E032A52-F3E8-A3BA-4048-63D1ECED2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6034E1D-CFEA-9752-82FF-714842E88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6AA0FA8-8A0A-2814-C782-C2D25123A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61C2E82-4CD2-5323-87FB-12962379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6EF6568-1600-423B-C6E8-75E265B7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78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6796BC-AA2F-C251-B75C-245DD2CD4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9543E61-8EEE-2DE8-FB48-E74F11B5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8291554-98DF-F062-7C51-7521DA19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61E003E-F637-D14F-1CF1-CF6409AD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950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7CDF5D6-8A2F-6DED-6120-07808CCDA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913AEFD-2E72-1B90-1B26-DEBDBEA57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76EBB1-30DB-C508-127E-1F91530A3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428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7B8CB1-D68F-1F37-D48A-A49A465E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3B72CF-970D-D042-203B-57F32CD87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25D845-DE77-37AE-EC5A-3F98D3B89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3A5C2D-EC6E-6B7F-9473-587E0402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191CE7-E986-CEE5-C2D2-A267CCE2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350A39-3DE3-DAA5-A4E0-E21E057E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7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A329F5-FF2D-EA0C-F436-F59175CDD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2BB0B08-3E9A-022E-462C-EC6C96943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5523C1A-9F13-4301-B0E0-D5766E892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B580E3-70B2-244E-CC75-28C26F94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9702169-57E0-A2B7-D9E0-B1F9D3EC8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37C21CA-B8D8-C7D0-E769-899ECB27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94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99F710-49FA-FEED-DF96-154528BFA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4B22C89-1418-CDCC-7907-5FD444280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845814-B28E-C907-CB74-099AC636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32040F-C357-3C63-7446-540FA1774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FC8EE7-2363-1232-79FB-6E56A0EB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4476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2D873A4-8966-3EDA-9259-A682EF58F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AEFF9B-DDC7-9936-E465-3F07F9F4B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293BCF-A55C-82AA-E0C3-EB17C6E1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D6A49C-C296-89FF-8DE2-8436F083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9FE647-8DB8-8BE2-A273-ED20BC97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221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492804E-A89F-501E-4C6A-FFBD39CA4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C6872B-ACC4-97A2-F420-46A025B88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38B4FE-52A4-CF4B-DDD2-BE2682CFB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CD762-7385-4483-9F7A-0B194614FBC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30BE38-A07C-1C73-6B34-7282D89C6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AB3D14-1394-C86A-3295-D750FB04F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BEEC2-9A1D-43C1-80A0-A5EC5E9D53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86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9500C058-3D45-931F-586C-8E5862105F20}"/>
              </a:ext>
            </a:extLst>
          </p:cNvPr>
          <p:cNvGrpSpPr/>
          <p:nvPr/>
        </p:nvGrpSpPr>
        <p:grpSpPr>
          <a:xfrm>
            <a:off x="3" y="1693425"/>
            <a:ext cx="3777675" cy="4147005"/>
            <a:chOff x="0" y="1601061"/>
            <a:chExt cx="3777675" cy="4147005"/>
          </a:xfrm>
        </p:grpSpPr>
        <p:pic>
          <p:nvPicPr>
            <p:cNvPr id="7" name="圖片 6" descr="一張含有 螢幕擷取畫面, 單色, 黑與白, 圖片 的圖片&#10;&#10;AI 產生的內容可能不正確。">
              <a:extLst>
                <a:ext uri="{FF2B5EF4-FFF2-40B4-BE49-F238E27FC236}">
                  <a16:creationId xmlns:a16="http://schemas.microsoft.com/office/drawing/2014/main" id="{B835B2CB-32F4-2159-5B12-693CEB30A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601061"/>
              <a:ext cx="3777675" cy="3777675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E64FE0B-7101-F764-62BE-7804685A9FBC}"/>
                </a:ext>
              </a:extLst>
            </p:cNvPr>
            <p:cNvSpPr txBox="1"/>
            <p:nvPr/>
          </p:nvSpPr>
          <p:spPr>
            <a:xfrm>
              <a:off x="1064491" y="5378734"/>
              <a:ext cx="16486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Original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D47D947E-8F40-456B-0DC6-135C7F10E422}"/>
              </a:ext>
            </a:extLst>
          </p:cNvPr>
          <p:cNvGrpSpPr/>
          <p:nvPr/>
        </p:nvGrpSpPr>
        <p:grpSpPr>
          <a:xfrm>
            <a:off x="4207165" y="1693423"/>
            <a:ext cx="3777675" cy="4147007"/>
            <a:chOff x="4207162" y="1601059"/>
            <a:chExt cx="3777675" cy="4147007"/>
          </a:xfrm>
        </p:grpSpPr>
        <p:pic>
          <p:nvPicPr>
            <p:cNvPr id="9" name="圖片 8" descr="一張含有 螢幕擷取畫面, 黑與白, 藝術, 設計 的圖片&#10;&#10;AI 產生的內容可能不正確。">
              <a:extLst>
                <a:ext uri="{FF2B5EF4-FFF2-40B4-BE49-F238E27FC236}">
                  <a16:creationId xmlns:a16="http://schemas.microsoft.com/office/drawing/2014/main" id="{E7043C8F-BDD4-AF06-41C5-48654BE7C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7162" y="1601059"/>
              <a:ext cx="3777675" cy="3777675"/>
            </a:xfrm>
            <a:prstGeom prst="rect">
              <a:avLst/>
            </a:prstGeom>
          </p:spPr>
        </p:pic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5945D83B-3C56-83E5-F514-650C55EE8563}"/>
                </a:ext>
              </a:extLst>
            </p:cNvPr>
            <p:cNvSpPr txBox="1"/>
            <p:nvPr/>
          </p:nvSpPr>
          <p:spPr>
            <a:xfrm>
              <a:off x="5271653" y="5378734"/>
              <a:ext cx="16486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Ground Truth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336C18B1-5048-9A6C-4401-D83629F80049}"/>
              </a:ext>
            </a:extLst>
          </p:cNvPr>
          <p:cNvGrpSpPr/>
          <p:nvPr/>
        </p:nvGrpSpPr>
        <p:grpSpPr>
          <a:xfrm>
            <a:off x="8414321" y="1693422"/>
            <a:ext cx="3777676" cy="4147008"/>
            <a:chOff x="8414321" y="1693422"/>
            <a:chExt cx="3777676" cy="4147008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BF754D0D-AC81-9037-DF99-ED1CE31B701E}"/>
                </a:ext>
              </a:extLst>
            </p:cNvPr>
            <p:cNvSpPr txBox="1"/>
            <p:nvPr/>
          </p:nvSpPr>
          <p:spPr>
            <a:xfrm>
              <a:off x="9478819" y="5471098"/>
              <a:ext cx="16486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Predicted</a:t>
              </a:r>
              <a:endPara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pic>
          <p:nvPicPr>
            <p:cNvPr id="21" name="圖片 20" descr="一張含有 螢幕擷取畫面, 藝術, 設計, 馬賽克 的圖片&#10;&#10;AI 產生的內容可能不正確。">
              <a:extLst>
                <a:ext uri="{FF2B5EF4-FFF2-40B4-BE49-F238E27FC236}">
                  <a16:creationId xmlns:a16="http://schemas.microsoft.com/office/drawing/2014/main" id="{684D8D77-BFAD-2237-C146-F7F1ABF50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4321" y="1693422"/>
              <a:ext cx="3777676" cy="37776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923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ABAAC-DD3B-F4B9-5DF0-9188BFDA0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螢幕擷取畫面, 黑與白, 藝術, 設計 的圖片&#10;&#10;AI 產生的內容可能不正確。">
            <a:extLst>
              <a:ext uri="{FF2B5EF4-FFF2-40B4-BE49-F238E27FC236}">
                <a16:creationId xmlns:a16="http://schemas.microsoft.com/office/drawing/2014/main" id="{344CF6EF-DA28-140B-8B95-37320D9D4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08" y="344914"/>
            <a:ext cx="4364183" cy="4364183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264CA526-72E2-EE45-BE0A-1B842E8958D6}"/>
              </a:ext>
            </a:extLst>
          </p:cNvPr>
          <p:cNvSpPr txBox="1"/>
          <p:nvPr/>
        </p:nvSpPr>
        <p:spPr>
          <a:xfrm>
            <a:off x="2249053" y="4711159"/>
            <a:ext cx="164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Ground Truth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DB0B6C9-8CC5-3F31-1DED-D21F9F423428}"/>
              </a:ext>
            </a:extLst>
          </p:cNvPr>
          <p:cNvSpPr txBox="1"/>
          <p:nvPr/>
        </p:nvSpPr>
        <p:spPr>
          <a:xfrm>
            <a:off x="8294258" y="4711159"/>
            <a:ext cx="164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Predicted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D48C7B4-53BC-F765-88DC-53C6E23DF102}"/>
              </a:ext>
            </a:extLst>
          </p:cNvPr>
          <p:cNvSpPr txBox="1"/>
          <p:nvPr/>
        </p:nvSpPr>
        <p:spPr>
          <a:xfrm>
            <a:off x="2382979" y="5174257"/>
            <a:ext cx="13808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 0.015mm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 0.016mm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[3] 0.015mm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[4] 0.016mm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D853CE3-7180-EFBD-F405-31D2C91F33A9}"/>
              </a:ext>
            </a:extLst>
          </p:cNvPr>
          <p:cNvSpPr txBox="1"/>
          <p:nvPr/>
        </p:nvSpPr>
        <p:spPr>
          <a:xfrm>
            <a:off x="6936511" y="5078429"/>
            <a:ext cx="2429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[1] 0.015mm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 0.017mm </a:t>
            </a:r>
            <a:r>
              <a:rPr lang="en-US" altLang="zh-TW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(+0.001)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[3] 0.015mm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[4] 0.015mm 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(-0.001)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 descr="一張含有 螢幕擷取畫面, 藝術, 設計, 馬賽克 的圖片&#10;&#10;AI 產生的內容可能不正確。">
            <a:extLst>
              <a:ext uri="{FF2B5EF4-FFF2-40B4-BE49-F238E27FC236}">
                <a16:creationId xmlns:a16="http://schemas.microsoft.com/office/drawing/2014/main" id="{13783B74-1449-BB41-881D-C9BB89959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511" y="344914"/>
            <a:ext cx="4364183" cy="436418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81FAC19C-2D83-54BC-24DE-D1F9A3B40795}"/>
              </a:ext>
            </a:extLst>
          </p:cNvPr>
          <p:cNvSpPr txBox="1"/>
          <p:nvPr/>
        </p:nvSpPr>
        <p:spPr>
          <a:xfrm>
            <a:off x="9591508" y="5078429"/>
            <a:ext cx="17091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[5]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0.015mm</a:t>
            </a:r>
          </a:p>
          <a:p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[6]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0.016mm </a:t>
            </a:r>
          </a:p>
          <a:p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[7]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0.015mm</a:t>
            </a:r>
          </a:p>
          <a:p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[8]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0.015mm</a:t>
            </a:r>
          </a:p>
          <a:p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[9]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0.014mm</a:t>
            </a:r>
          </a:p>
          <a:p>
            <a:r>
              <a:rPr lang="en-US" altLang="zh-TW" dirty="0"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[10]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0.012mm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358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FDFB8-58E0-EE8E-B453-967CAB0EA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螢幕擷取畫面, 文字, 行 的圖片&#10;&#10;AI 產生的內容可能不正確。">
            <a:extLst>
              <a:ext uri="{FF2B5EF4-FFF2-40B4-BE49-F238E27FC236}">
                <a16:creationId xmlns:a16="http://schemas.microsoft.com/office/drawing/2014/main" id="{B33BC930-1A84-D880-3611-AE3DBB7C8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679" y="1409926"/>
            <a:ext cx="8243480" cy="360959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71385D6C-1797-4201-035E-E9DBF526F11B}"/>
              </a:ext>
            </a:extLst>
          </p:cNvPr>
          <p:cNvSpPr txBox="1"/>
          <p:nvPr/>
        </p:nvSpPr>
        <p:spPr>
          <a:xfrm>
            <a:off x="1899944" y="5165020"/>
            <a:ext cx="8672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前處理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ROI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Peak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DetectionExcel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產出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生圖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SingleProcess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Wingdings" panose="05000000000000000000" pitchFamily="2" charset="2"/>
              </a:rPr>
              <a:t>BatchProcess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08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03BD5A-1E96-2E99-1019-61E0D724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AA3E5A-42EF-0FC9-7027-29DAEE84F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679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85</Words>
  <Application>Microsoft Office PowerPoint</Application>
  <PresentationFormat>寬螢幕</PresentationFormat>
  <Paragraphs>20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李宇晟</dc:creator>
  <cp:lastModifiedBy>李宇晟</cp:lastModifiedBy>
  <cp:revision>1</cp:revision>
  <dcterms:created xsi:type="dcterms:W3CDTF">2026-03-23T04:17:55Z</dcterms:created>
  <dcterms:modified xsi:type="dcterms:W3CDTF">2026-03-23T13:59:46Z</dcterms:modified>
</cp:coreProperties>
</file>